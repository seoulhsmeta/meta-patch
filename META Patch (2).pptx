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515D"/>
    <a:srgbClr val="A8A8AA"/>
    <a:srgbClr val="FFFFFF"/>
    <a:srgbClr val="1E1E1E"/>
    <a:srgbClr val="163E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87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9D8896-86DF-AE3C-0150-7CFFC9AEB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E64441-CFFA-9A96-4B1F-1AD4104DC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81A06B-026D-8F68-C80D-40907E63E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2E2F-D471-48E6-99B0-A527936913CE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BAD982-2DD1-A9EA-6E2D-0BA0BE13E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BFB45B-CCA8-6BD6-2D14-BDCDAED8D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9601-6B0F-4CA7-8B71-5971C22047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359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05F682-9854-57B0-C9B0-31FF572BB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D85F95-0C33-4786-9CF6-36A2D7EFE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0E3E90-523F-B724-8FD8-D99BF8CE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2E2F-D471-48E6-99B0-A527936913CE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1770DB-B44B-768E-9215-1A778A6B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719FCD-7DF3-4685-DE2C-9CA7B18A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9601-6B0F-4CA7-8B71-5971C22047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862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AA793-85BB-2B2F-E5C2-A7BFDC37C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434908-6FF3-3C2A-EAB0-027D274FF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6BA72D-79C0-4696-FB7F-BE0D88EE0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2E2F-D471-48E6-99B0-A527936913CE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595D61-3A8F-2FBA-518C-275C151FA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163D9-D0DC-B866-23B5-BE1B71623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9601-6B0F-4CA7-8B71-5971C22047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35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11D50-96AC-8521-52C6-C8E224E1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C1FF50-6665-5CFE-4DF7-C17E026C7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B246DE-C9FC-F903-DA81-3BFF310C6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7944DD-1FC3-EFD8-8D75-8EFB8933B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2E2F-D471-48E6-99B0-A527936913CE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167B16-4315-3277-285E-8DC06A643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2D8B36-5569-12CA-3D07-81C4C32D4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9601-6B0F-4CA7-8B71-5971C22047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928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5AB623-6170-8B91-9170-A645B251C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2EEF9A-6054-C7B8-398B-E71026CBE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FDE9A1-4205-6A38-2911-77FC2D18F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76D694-162C-1C60-1551-87A921A93C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4A3827C-C85C-08BE-6F47-37751CDF4B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52D1A1-15A0-CD9E-E10A-25FA23EF5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2E2F-D471-48E6-99B0-A527936913CE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78915D4-F280-D654-A68F-97A639E12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34239E-9515-69AF-3B9C-B951F7F61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9601-6B0F-4CA7-8B71-5971C22047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961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138BBF-5CB8-8354-292B-0176ABE75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B058096-6BDE-6C02-6125-774A39059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2E2F-D471-48E6-99B0-A527936913CE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C8BDCC-B7A8-909F-79EB-C5DF77622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CE50BC-7BB3-B0E1-B1AE-BACB3EE9D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9601-6B0F-4CA7-8B71-5971C22047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496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864DAE4-A10F-E019-D161-21B64467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2E2F-D471-48E6-99B0-A527936913CE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44EEEC7-FE48-F473-FA82-BAC779BFC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BED41-FAA5-5454-8707-6A39B50D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9601-6B0F-4CA7-8B71-5971C22047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494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47689-965C-6C72-ACA2-F26678239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8BA2D3-4328-D564-F3E2-E2A7D83DC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BC1E01-2927-ADE3-EF2A-FD598F4DF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89B6E2-78E6-1576-5AA1-7A318BA25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2E2F-D471-48E6-99B0-A527936913CE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3B91D6-7E13-BA7D-3A77-9C08F8CD2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4CE6AC-52CA-1AD7-E71A-373D26A89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9601-6B0F-4CA7-8B71-5971C22047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72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5DC53B-A2BB-19DE-7EFA-DA14C4BCA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29C8841-7FDB-25B8-34CD-FE8818A999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BF1F76-F90E-233D-3B49-0DE68941C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D1E62A-CC05-A2D5-B814-7E5D0C6E8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2E2F-D471-48E6-99B0-A527936913CE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13E35C-490F-B89B-48CA-5E690087B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E56F73-7C3E-55D0-9ADA-B6E291D7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9601-6B0F-4CA7-8B71-5971C22047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25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2FD93-F8A0-D52F-E44C-CE3814509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B998A3-AD8E-6D52-55A7-AB1F8EB7B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857061-E569-6844-3796-DDC9D1A29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2E2F-D471-48E6-99B0-A527936913CE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188BB4-18A6-AC02-043E-65F238971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1F5D4E-468D-D854-BC4C-8C00217CC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9601-6B0F-4CA7-8B71-5971C22047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311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B6221F6-F4ED-3F8E-1371-271EA3F7FF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742E0E-CD6B-1712-0AFC-65569817F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F7D5FE-FC30-0D69-9DD5-B72D74F71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2E2F-D471-48E6-99B0-A527936913CE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2A44A5-3912-6F28-1EFE-E88A0E1A2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762DC1-094C-BBA7-8ACD-6A0CAD40B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9601-6B0F-4CA7-8B71-5971C22047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790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C63C1C0-DA01-C2AC-3B00-44EFDF196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4E12F7-4B58-E0C7-381B-17B921D0B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54848E-E64B-DEF9-4C33-6BC746DDE5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FE2E2F-D471-48E6-99B0-A527936913CE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EFA3AA-9587-2B43-1D04-39DB3E12BE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DDC406-B9F6-67BA-F1DD-4F4E7699E8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FD9601-6B0F-4CA7-8B71-5971C22047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500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atchking.co.k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6BE72-1368-1696-507E-9A4DAD0F1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원, 그래픽, 스크린샷, 블랙이(가) 표시된 사진">
            <a:extLst>
              <a:ext uri="{FF2B5EF4-FFF2-40B4-BE49-F238E27FC236}">
                <a16:creationId xmlns:a16="http://schemas.microsoft.com/office/drawing/2014/main" id="{2FA37ECC-A9BC-0461-2A41-FA01ECCC4F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332" y="1053526"/>
            <a:ext cx="5214538" cy="5214538"/>
          </a:xfrm>
          <a:prstGeom prst="rect">
            <a:avLst/>
          </a:prstGeom>
          <a:ln>
            <a:noFill/>
          </a:ln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21B6511F-ED9C-05E5-A296-C74907D6D8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6095" y="2301497"/>
            <a:ext cx="2956301" cy="2774197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094AEE94-F5F1-89A9-6169-0E1591869931}"/>
              </a:ext>
            </a:extLst>
          </p:cNvPr>
          <p:cNvCxnSpPr>
            <a:cxnSpLocks/>
          </p:cNvCxnSpPr>
          <p:nvPr/>
        </p:nvCxnSpPr>
        <p:spPr>
          <a:xfrm>
            <a:off x="3669332" y="3877555"/>
            <a:ext cx="544080" cy="0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9ADB595A-58D1-A06C-A1BF-DE03995F9B5B}"/>
              </a:ext>
            </a:extLst>
          </p:cNvPr>
          <p:cNvCxnSpPr>
            <a:cxnSpLocks/>
          </p:cNvCxnSpPr>
          <p:nvPr/>
        </p:nvCxnSpPr>
        <p:spPr>
          <a:xfrm flipV="1">
            <a:off x="4213412" y="2603428"/>
            <a:ext cx="1235370" cy="1274127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CD2AD5DF-8A28-4A37-B079-D2B1E443A7C2}"/>
              </a:ext>
            </a:extLst>
          </p:cNvPr>
          <p:cNvCxnSpPr>
            <a:cxnSpLocks/>
          </p:cNvCxnSpPr>
          <p:nvPr/>
        </p:nvCxnSpPr>
        <p:spPr>
          <a:xfrm flipV="1">
            <a:off x="5448782" y="1253490"/>
            <a:ext cx="0" cy="1349938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A31CBD37-635F-5EEE-C7AB-5C69F00B4CF5}"/>
              </a:ext>
            </a:extLst>
          </p:cNvPr>
          <p:cNvCxnSpPr>
            <a:cxnSpLocks/>
          </p:cNvCxnSpPr>
          <p:nvPr/>
        </p:nvCxnSpPr>
        <p:spPr>
          <a:xfrm>
            <a:off x="3762916" y="3607174"/>
            <a:ext cx="364855" cy="0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55ABD53D-85B9-B3C1-3550-F22283750233}"/>
              </a:ext>
            </a:extLst>
          </p:cNvPr>
          <p:cNvCxnSpPr>
            <a:cxnSpLocks/>
          </p:cNvCxnSpPr>
          <p:nvPr/>
        </p:nvCxnSpPr>
        <p:spPr>
          <a:xfrm flipV="1">
            <a:off x="4127771" y="2445555"/>
            <a:ext cx="1110441" cy="1163468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D6DDA0C-99A4-341C-91E3-4A91218BE2CE}"/>
              </a:ext>
            </a:extLst>
          </p:cNvPr>
          <p:cNvCxnSpPr>
            <a:cxnSpLocks/>
          </p:cNvCxnSpPr>
          <p:nvPr/>
        </p:nvCxnSpPr>
        <p:spPr>
          <a:xfrm flipV="1">
            <a:off x="5234570" y="1562282"/>
            <a:ext cx="3642" cy="883273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F9B5155-78B1-B759-C8B2-10E2952AFCC7}"/>
              </a:ext>
            </a:extLst>
          </p:cNvPr>
          <p:cNvCxnSpPr>
            <a:cxnSpLocks/>
          </p:cNvCxnSpPr>
          <p:nvPr/>
        </p:nvCxnSpPr>
        <p:spPr>
          <a:xfrm>
            <a:off x="3856776" y="3325640"/>
            <a:ext cx="184995" cy="0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43E72441-3DDA-002A-A50A-FFA72B72955C}"/>
              </a:ext>
            </a:extLst>
          </p:cNvPr>
          <p:cNvCxnSpPr>
            <a:cxnSpLocks/>
          </p:cNvCxnSpPr>
          <p:nvPr/>
        </p:nvCxnSpPr>
        <p:spPr>
          <a:xfrm flipV="1">
            <a:off x="4041771" y="2287682"/>
            <a:ext cx="982229" cy="1037958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직선 연결선 1028">
            <a:extLst>
              <a:ext uri="{FF2B5EF4-FFF2-40B4-BE49-F238E27FC236}">
                <a16:creationId xmlns:a16="http://schemas.microsoft.com/office/drawing/2014/main" id="{AA40E73F-13E6-7F23-F7D7-2183BD7CDDED}"/>
              </a:ext>
            </a:extLst>
          </p:cNvPr>
          <p:cNvCxnSpPr>
            <a:cxnSpLocks/>
          </p:cNvCxnSpPr>
          <p:nvPr/>
        </p:nvCxnSpPr>
        <p:spPr>
          <a:xfrm flipV="1">
            <a:off x="5019478" y="1947863"/>
            <a:ext cx="0" cy="337901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직선 연결선 1041">
            <a:extLst>
              <a:ext uri="{FF2B5EF4-FFF2-40B4-BE49-F238E27FC236}">
                <a16:creationId xmlns:a16="http://schemas.microsoft.com/office/drawing/2014/main" id="{714DC558-3A58-2147-6873-D383ACD5304A}"/>
              </a:ext>
            </a:extLst>
          </p:cNvPr>
          <p:cNvCxnSpPr>
            <a:cxnSpLocks/>
          </p:cNvCxnSpPr>
          <p:nvPr/>
        </p:nvCxnSpPr>
        <p:spPr>
          <a:xfrm flipV="1">
            <a:off x="4008826" y="2007532"/>
            <a:ext cx="808212" cy="827648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직선 연결선 1044">
            <a:extLst>
              <a:ext uri="{FF2B5EF4-FFF2-40B4-BE49-F238E27FC236}">
                <a16:creationId xmlns:a16="http://schemas.microsoft.com/office/drawing/2014/main" id="{70C4BA6B-A13A-94DE-B972-FB6991FA8F43}"/>
              </a:ext>
            </a:extLst>
          </p:cNvPr>
          <p:cNvCxnSpPr>
            <a:cxnSpLocks/>
          </p:cNvCxnSpPr>
          <p:nvPr/>
        </p:nvCxnSpPr>
        <p:spPr>
          <a:xfrm>
            <a:off x="4244666" y="4647294"/>
            <a:ext cx="914399" cy="0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직선 연결선 1056">
            <a:extLst>
              <a:ext uri="{FF2B5EF4-FFF2-40B4-BE49-F238E27FC236}">
                <a16:creationId xmlns:a16="http://schemas.microsoft.com/office/drawing/2014/main" id="{6E3D3068-D6CB-FD4A-6E61-A9403766FCC4}"/>
              </a:ext>
            </a:extLst>
          </p:cNvPr>
          <p:cNvCxnSpPr>
            <a:cxnSpLocks/>
          </p:cNvCxnSpPr>
          <p:nvPr/>
        </p:nvCxnSpPr>
        <p:spPr>
          <a:xfrm flipV="1">
            <a:off x="5159066" y="3383147"/>
            <a:ext cx="3558" cy="1264147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1" name="원형: 비어 있음 1060">
            <a:extLst>
              <a:ext uri="{FF2B5EF4-FFF2-40B4-BE49-F238E27FC236}">
                <a16:creationId xmlns:a16="http://schemas.microsoft.com/office/drawing/2014/main" id="{3A430FB5-94AE-95EB-F17D-EA89D2A24126}"/>
              </a:ext>
            </a:extLst>
          </p:cNvPr>
          <p:cNvSpPr/>
          <p:nvPr/>
        </p:nvSpPr>
        <p:spPr>
          <a:xfrm>
            <a:off x="5057623" y="3186407"/>
            <a:ext cx="202885" cy="202885"/>
          </a:xfrm>
          <a:prstGeom prst="donut">
            <a:avLst>
              <a:gd name="adj" fmla="val 7112"/>
            </a:avLst>
          </a:prstGeom>
          <a:solidFill>
            <a:srgbClr val="4B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63" name="직선 연결선 1062">
            <a:extLst>
              <a:ext uri="{FF2B5EF4-FFF2-40B4-BE49-F238E27FC236}">
                <a16:creationId xmlns:a16="http://schemas.microsoft.com/office/drawing/2014/main" id="{67449556-A035-8F4D-20C2-30F4E9354AA3}"/>
              </a:ext>
            </a:extLst>
          </p:cNvPr>
          <p:cNvCxnSpPr>
            <a:cxnSpLocks/>
          </p:cNvCxnSpPr>
          <p:nvPr/>
        </p:nvCxnSpPr>
        <p:spPr>
          <a:xfrm>
            <a:off x="4159275" y="4817500"/>
            <a:ext cx="1289507" cy="0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직선 연결선 1065">
            <a:extLst>
              <a:ext uri="{FF2B5EF4-FFF2-40B4-BE49-F238E27FC236}">
                <a16:creationId xmlns:a16="http://schemas.microsoft.com/office/drawing/2014/main" id="{B8618ACA-F740-B227-E4B4-E4D3321FC1DF}"/>
              </a:ext>
            </a:extLst>
          </p:cNvPr>
          <p:cNvCxnSpPr>
            <a:cxnSpLocks/>
          </p:cNvCxnSpPr>
          <p:nvPr/>
        </p:nvCxnSpPr>
        <p:spPr>
          <a:xfrm flipV="1">
            <a:off x="5443036" y="3054890"/>
            <a:ext cx="0" cy="1761394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4" name="원형: 비어 있음 1073">
            <a:extLst>
              <a:ext uri="{FF2B5EF4-FFF2-40B4-BE49-F238E27FC236}">
                <a16:creationId xmlns:a16="http://schemas.microsoft.com/office/drawing/2014/main" id="{9DF7749D-D558-02F7-805F-5299842C0CBD}"/>
              </a:ext>
            </a:extLst>
          </p:cNvPr>
          <p:cNvSpPr/>
          <p:nvPr/>
        </p:nvSpPr>
        <p:spPr>
          <a:xfrm>
            <a:off x="5348901" y="2864685"/>
            <a:ext cx="202885" cy="202885"/>
          </a:xfrm>
          <a:prstGeom prst="donut">
            <a:avLst>
              <a:gd name="adj" fmla="val 7112"/>
            </a:avLst>
          </a:prstGeom>
          <a:solidFill>
            <a:srgbClr val="4B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81" name="직선 연결선 1080">
            <a:extLst>
              <a:ext uri="{FF2B5EF4-FFF2-40B4-BE49-F238E27FC236}">
                <a16:creationId xmlns:a16="http://schemas.microsoft.com/office/drawing/2014/main" id="{DCFB5D77-C6E0-95AC-825C-F8D8884164E7}"/>
              </a:ext>
            </a:extLst>
          </p:cNvPr>
          <p:cNvCxnSpPr>
            <a:cxnSpLocks/>
          </p:cNvCxnSpPr>
          <p:nvPr/>
        </p:nvCxnSpPr>
        <p:spPr>
          <a:xfrm>
            <a:off x="5691272" y="1253125"/>
            <a:ext cx="0" cy="232798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직선 연결선 1083">
            <a:extLst>
              <a:ext uri="{FF2B5EF4-FFF2-40B4-BE49-F238E27FC236}">
                <a16:creationId xmlns:a16="http://schemas.microsoft.com/office/drawing/2014/main" id="{D9F9EB62-8594-F12E-411D-5F7D79DB4A26}"/>
              </a:ext>
            </a:extLst>
          </p:cNvPr>
          <p:cNvCxnSpPr>
            <a:cxnSpLocks/>
          </p:cNvCxnSpPr>
          <p:nvPr/>
        </p:nvCxnSpPr>
        <p:spPr>
          <a:xfrm flipV="1">
            <a:off x="5678702" y="1485923"/>
            <a:ext cx="224657" cy="3147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직선 연결선 1086">
            <a:extLst>
              <a:ext uri="{FF2B5EF4-FFF2-40B4-BE49-F238E27FC236}">
                <a16:creationId xmlns:a16="http://schemas.microsoft.com/office/drawing/2014/main" id="{55FA54ED-54BF-1D15-003D-DAC83D08147B}"/>
              </a:ext>
            </a:extLst>
          </p:cNvPr>
          <p:cNvCxnSpPr>
            <a:cxnSpLocks/>
          </p:cNvCxnSpPr>
          <p:nvPr/>
        </p:nvCxnSpPr>
        <p:spPr>
          <a:xfrm>
            <a:off x="5896931" y="1476689"/>
            <a:ext cx="29560" cy="2400866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2" name="직선 연결선 1091">
            <a:extLst>
              <a:ext uri="{FF2B5EF4-FFF2-40B4-BE49-F238E27FC236}">
                <a16:creationId xmlns:a16="http://schemas.microsoft.com/office/drawing/2014/main" id="{896282A4-6151-A8C8-F5D6-76AB5BB768FC}"/>
              </a:ext>
            </a:extLst>
          </p:cNvPr>
          <p:cNvCxnSpPr>
            <a:cxnSpLocks/>
          </p:cNvCxnSpPr>
          <p:nvPr/>
        </p:nvCxnSpPr>
        <p:spPr>
          <a:xfrm>
            <a:off x="6153665" y="1253490"/>
            <a:ext cx="36778" cy="3021441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5" name="원형: 비어 있음 1094">
            <a:extLst>
              <a:ext uri="{FF2B5EF4-FFF2-40B4-BE49-F238E27FC236}">
                <a16:creationId xmlns:a16="http://schemas.microsoft.com/office/drawing/2014/main" id="{7B568A29-1EDE-C74F-2105-6823862023E6}"/>
              </a:ext>
            </a:extLst>
          </p:cNvPr>
          <p:cNvSpPr/>
          <p:nvPr/>
        </p:nvSpPr>
        <p:spPr>
          <a:xfrm>
            <a:off x="6089801" y="4261913"/>
            <a:ext cx="202885" cy="202885"/>
          </a:xfrm>
          <a:prstGeom prst="donut">
            <a:avLst>
              <a:gd name="adj" fmla="val 7112"/>
            </a:avLst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98" name="직선 연결선 1097">
            <a:extLst>
              <a:ext uri="{FF2B5EF4-FFF2-40B4-BE49-F238E27FC236}">
                <a16:creationId xmlns:a16="http://schemas.microsoft.com/office/drawing/2014/main" id="{CE3F0FAA-9A92-A29A-B761-7F9DB9A60992}"/>
              </a:ext>
            </a:extLst>
          </p:cNvPr>
          <p:cNvCxnSpPr>
            <a:cxnSpLocks/>
          </p:cNvCxnSpPr>
          <p:nvPr/>
        </p:nvCxnSpPr>
        <p:spPr>
          <a:xfrm>
            <a:off x="5448892" y="3856756"/>
            <a:ext cx="483455" cy="8087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1" name="직선 연결선 1100">
            <a:extLst>
              <a:ext uri="{FF2B5EF4-FFF2-40B4-BE49-F238E27FC236}">
                <a16:creationId xmlns:a16="http://schemas.microsoft.com/office/drawing/2014/main" id="{5138430F-E031-6C24-54EA-CEC89DF4F8AF}"/>
              </a:ext>
            </a:extLst>
          </p:cNvPr>
          <p:cNvCxnSpPr>
            <a:cxnSpLocks/>
          </p:cNvCxnSpPr>
          <p:nvPr/>
        </p:nvCxnSpPr>
        <p:spPr>
          <a:xfrm>
            <a:off x="6461760" y="1253125"/>
            <a:ext cx="21944" cy="3110230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직선 연결선 1103">
            <a:extLst>
              <a:ext uri="{FF2B5EF4-FFF2-40B4-BE49-F238E27FC236}">
                <a16:creationId xmlns:a16="http://schemas.microsoft.com/office/drawing/2014/main" id="{376DFA95-4ACC-C3A8-4AE9-4239789806F7}"/>
              </a:ext>
            </a:extLst>
          </p:cNvPr>
          <p:cNvCxnSpPr>
            <a:cxnSpLocks/>
          </p:cNvCxnSpPr>
          <p:nvPr/>
        </p:nvCxnSpPr>
        <p:spPr>
          <a:xfrm>
            <a:off x="6479832" y="4363638"/>
            <a:ext cx="1817602" cy="26567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7" name="직선 연결선 1106">
            <a:extLst>
              <a:ext uri="{FF2B5EF4-FFF2-40B4-BE49-F238E27FC236}">
                <a16:creationId xmlns:a16="http://schemas.microsoft.com/office/drawing/2014/main" id="{6322B8E7-F3C0-CF0E-C5EC-BDC6A9B80330}"/>
              </a:ext>
            </a:extLst>
          </p:cNvPr>
          <p:cNvCxnSpPr>
            <a:cxnSpLocks/>
          </p:cNvCxnSpPr>
          <p:nvPr/>
        </p:nvCxnSpPr>
        <p:spPr>
          <a:xfrm>
            <a:off x="6479832" y="4120355"/>
            <a:ext cx="1670189" cy="24141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0" name="직선 연결선 1109">
            <a:extLst>
              <a:ext uri="{FF2B5EF4-FFF2-40B4-BE49-F238E27FC236}">
                <a16:creationId xmlns:a16="http://schemas.microsoft.com/office/drawing/2014/main" id="{BAEC8380-7D41-DF97-EFFC-BCF96239F837}"/>
              </a:ext>
            </a:extLst>
          </p:cNvPr>
          <p:cNvCxnSpPr>
            <a:cxnSpLocks/>
          </p:cNvCxnSpPr>
          <p:nvPr/>
        </p:nvCxnSpPr>
        <p:spPr>
          <a:xfrm flipV="1">
            <a:off x="8148651" y="3877555"/>
            <a:ext cx="1370" cy="286106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3" name="직선 연결선 1112">
            <a:extLst>
              <a:ext uri="{FF2B5EF4-FFF2-40B4-BE49-F238E27FC236}">
                <a16:creationId xmlns:a16="http://schemas.microsoft.com/office/drawing/2014/main" id="{A0775398-9E61-B5C0-8EB9-58F3722AC59C}"/>
              </a:ext>
            </a:extLst>
          </p:cNvPr>
          <p:cNvCxnSpPr>
            <a:cxnSpLocks/>
          </p:cNvCxnSpPr>
          <p:nvPr/>
        </p:nvCxnSpPr>
        <p:spPr>
          <a:xfrm>
            <a:off x="8143054" y="3877555"/>
            <a:ext cx="748123" cy="0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2" name="직선 연결선 1121">
            <a:extLst>
              <a:ext uri="{FF2B5EF4-FFF2-40B4-BE49-F238E27FC236}">
                <a16:creationId xmlns:a16="http://schemas.microsoft.com/office/drawing/2014/main" id="{C72AD441-0005-49A4-6D97-E27773326804}"/>
              </a:ext>
            </a:extLst>
          </p:cNvPr>
          <p:cNvCxnSpPr>
            <a:cxnSpLocks/>
          </p:cNvCxnSpPr>
          <p:nvPr/>
        </p:nvCxnSpPr>
        <p:spPr>
          <a:xfrm>
            <a:off x="6479832" y="3877555"/>
            <a:ext cx="1428806" cy="0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5" name="직선 연결선 1124">
            <a:extLst>
              <a:ext uri="{FF2B5EF4-FFF2-40B4-BE49-F238E27FC236}">
                <a16:creationId xmlns:a16="http://schemas.microsoft.com/office/drawing/2014/main" id="{7B59B0DD-1614-594F-C0C6-379D4F05A1E8}"/>
              </a:ext>
            </a:extLst>
          </p:cNvPr>
          <p:cNvCxnSpPr>
            <a:cxnSpLocks/>
          </p:cNvCxnSpPr>
          <p:nvPr/>
        </p:nvCxnSpPr>
        <p:spPr>
          <a:xfrm flipH="1" flipV="1">
            <a:off x="7897038" y="3563409"/>
            <a:ext cx="11600" cy="314146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직선 연결선 1127">
            <a:extLst>
              <a:ext uri="{FF2B5EF4-FFF2-40B4-BE49-F238E27FC236}">
                <a16:creationId xmlns:a16="http://schemas.microsoft.com/office/drawing/2014/main" id="{E0C3716B-8BA7-DE79-CD67-913A993A23EA}"/>
              </a:ext>
            </a:extLst>
          </p:cNvPr>
          <p:cNvCxnSpPr>
            <a:cxnSpLocks/>
          </p:cNvCxnSpPr>
          <p:nvPr/>
        </p:nvCxnSpPr>
        <p:spPr>
          <a:xfrm>
            <a:off x="7899716" y="3572781"/>
            <a:ext cx="896134" cy="0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직선 연결선 1130">
            <a:extLst>
              <a:ext uri="{FF2B5EF4-FFF2-40B4-BE49-F238E27FC236}">
                <a16:creationId xmlns:a16="http://schemas.microsoft.com/office/drawing/2014/main" id="{5601A12B-425A-EFCE-E8CA-AFDA2AD21E8C}"/>
              </a:ext>
            </a:extLst>
          </p:cNvPr>
          <p:cNvCxnSpPr>
            <a:cxnSpLocks/>
          </p:cNvCxnSpPr>
          <p:nvPr/>
        </p:nvCxnSpPr>
        <p:spPr>
          <a:xfrm>
            <a:off x="6472732" y="3633531"/>
            <a:ext cx="1131125" cy="0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5" name="직선 연결선 1134">
            <a:extLst>
              <a:ext uri="{FF2B5EF4-FFF2-40B4-BE49-F238E27FC236}">
                <a16:creationId xmlns:a16="http://schemas.microsoft.com/office/drawing/2014/main" id="{F4E49B35-B122-D90E-3870-E07FA6CC78DF}"/>
              </a:ext>
            </a:extLst>
          </p:cNvPr>
          <p:cNvCxnSpPr>
            <a:cxnSpLocks/>
          </p:cNvCxnSpPr>
          <p:nvPr/>
        </p:nvCxnSpPr>
        <p:spPr>
          <a:xfrm flipV="1">
            <a:off x="7605252" y="3294591"/>
            <a:ext cx="0" cy="338428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8" name="직선 연결선 1137">
            <a:extLst>
              <a:ext uri="{FF2B5EF4-FFF2-40B4-BE49-F238E27FC236}">
                <a16:creationId xmlns:a16="http://schemas.microsoft.com/office/drawing/2014/main" id="{F6112794-5B39-8664-8E71-055896C6CE0D}"/>
              </a:ext>
            </a:extLst>
          </p:cNvPr>
          <p:cNvCxnSpPr>
            <a:cxnSpLocks/>
          </p:cNvCxnSpPr>
          <p:nvPr/>
        </p:nvCxnSpPr>
        <p:spPr>
          <a:xfrm>
            <a:off x="7603857" y="3287849"/>
            <a:ext cx="1091398" cy="6742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1" name="직선 연결선 1140">
            <a:extLst>
              <a:ext uri="{FF2B5EF4-FFF2-40B4-BE49-F238E27FC236}">
                <a16:creationId xmlns:a16="http://schemas.microsoft.com/office/drawing/2014/main" id="{BDDCB729-590D-D181-AD3A-24EDE4F079FA}"/>
              </a:ext>
            </a:extLst>
          </p:cNvPr>
          <p:cNvCxnSpPr>
            <a:cxnSpLocks/>
          </p:cNvCxnSpPr>
          <p:nvPr/>
        </p:nvCxnSpPr>
        <p:spPr>
          <a:xfrm flipH="1">
            <a:off x="7084117" y="3017515"/>
            <a:ext cx="1514938" cy="9774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4" name="직선 연결선 1143">
            <a:extLst>
              <a:ext uri="{FF2B5EF4-FFF2-40B4-BE49-F238E27FC236}">
                <a16:creationId xmlns:a16="http://schemas.microsoft.com/office/drawing/2014/main" id="{659B89AC-75D0-5A06-4C6E-227745A413D7}"/>
              </a:ext>
            </a:extLst>
          </p:cNvPr>
          <p:cNvCxnSpPr>
            <a:cxnSpLocks/>
          </p:cNvCxnSpPr>
          <p:nvPr/>
        </p:nvCxnSpPr>
        <p:spPr>
          <a:xfrm flipH="1" flipV="1">
            <a:off x="6827014" y="2721347"/>
            <a:ext cx="268209" cy="300883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8" name="직선 연결선 1147">
            <a:extLst>
              <a:ext uri="{FF2B5EF4-FFF2-40B4-BE49-F238E27FC236}">
                <a16:creationId xmlns:a16="http://schemas.microsoft.com/office/drawing/2014/main" id="{FA202612-C453-3417-A6A7-03A985EF6ADC}"/>
              </a:ext>
            </a:extLst>
          </p:cNvPr>
          <p:cNvCxnSpPr>
            <a:cxnSpLocks/>
          </p:cNvCxnSpPr>
          <p:nvPr/>
        </p:nvCxnSpPr>
        <p:spPr>
          <a:xfrm flipV="1">
            <a:off x="6827014" y="2176703"/>
            <a:ext cx="0" cy="551491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1" name="원형: 비어 있음 1150">
            <a:extLst>
              <a:ext uri="{FF2B5EF4-FFF2-40B4-BE49-F238E27FC236}">
                <a16:creationId xmlns:a16="http://schemas.microsoft.com/office/drawing/2014/main" id="{10E1A897-9706-2762-0AC0-3A3A5A64E9EF}"/>
              </a:ext>
            </a:extLst>
          </p:cNvPr>
          <p:cNvSpPr/>
          <p:nvPr/>
        </p:nvSpPr>
        <p:spPr>
          <a:xfrm>
            <a:off x="6721729" y="1991900"/>
            <a:ext cx="202885" cy="202885"/>
          </a:xfrm>
          <a:prstGeom prst="donut">
            <a:avLst>
              <a:gd name="adj" fmla="val 7112"/>
            </a:avLst>
          </a:prstGeom>
          <a:solidFill>
            <a:srgbClr val="4B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153" name="직선 연결선 1152">
            <a:extLst>
              <a:ext uri="{FF2B5EF4-FFF2-40B4-BE49-F238E27FC236}">
                <a16:creationId xmlns:a16="http://schemas.microsoft.com/office/drawing/2014/main" id="{4F87EFCC-895B-7569-6B69-7CE37EE32ACA}"/>
              </a:ext>
            </a:extLst>
          </p:cNvPr>
          <p:cNvCxnSpPr>
            <a:cxnSpLocks/>
          </p:cNvCxnSpPr>
          <p:nvPr/>
        </p:nvCxnSpPr>
        <p:spPr>
          <a:xfrm flipH="1">
            <a:off x="7472304" y="2782123"/>
            <a:ext cx="1055819" cy="5818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0" name="직선 연결선 1159">
            <a:extLst>
              <a:ext uri="{FF2B5EF4-FFF2-40B4-BE49-F238E27FC236}">
                <a16:creationId xmlns:a16="http://schemas.microsoft.com/office/drawing/2014/main" id="{AF50EE77-23B5-C49C-C298-EB1F5002ACCF}"/>
              </a:ext>
            </a:extLst>
          </p:cNvPr>
          <p:cNvCxnSpPr>
            <a:cxnSpLocks/>
          </p:cNvCxnSpPr>
          <p:nvPr/>
        </p:nvCxnSpPr>
        <p:spPr>
          <a:xfrm flipH="1" flipV="1">
            <a:off x="7116557" y="2393156"/>
            <a:ext cx="355747" cy="388967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3" name="직선 연결선 1162">
            <a:extLst>
              <a:ext uri="{FF2B5EF4-FFF2-40B4-BE49-F238E27FC236}">
                <a16:creationId xmlns:a16="http://schemas.microsoft.com/office/drawing/2014/main" id="{CF59C5D8-3BA3-F74C-2262-5B95C15D19C7}"/>
              </a:ext>
            </a:extLst>
          </p:cNvPr>
          <p:cNvCxnSpPr>
            <a:cxnSpLocks/>
          </p:cNvCxnSpPr>
          <p:nvPr/>
        </p:nvCxnSpPr>
        <p:spPr>
          <a:xfrm flipV="1">
            <a:off x="7121913" y="1834528"/>
            <a:ext cx="0" cy="576745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7" name="원형: 비어 있음 1166">
            <a:extLst>
              <a:ext uri="{FF2B5EF4-FFF2-40B4-BE49-F238E27FC236}">
                <a16:creationId xmlns:a16="http://schemas.microsoft.com/office/drawing/2014/main" id="{4D1575D6-71B1-A01F-94FE-796126998B59}"/>
              </a:ext>
            </a:extLst>
          </p:cNvPr>
          <p:cNvSpPr/>
          <p:nvPr/>
        </p:nvSpPr>
        <p:spPr>
          <a:xfrm>
            <a:off x="7021979" y="1635189"/>
            <a:ext cx="202885" cy="202885"/>
          </a:xfrm>
          <a:prstGeom prst="donut">
            <a:avLst>
              <a:gd name="adj" fmla="val 7112"/>
            </a:avLst>
          </a:prstGeom>
          <a:solidFill>
            <a:srgbClr val="4B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169" name="직선 연결선 1168">
            <a:extLst>
              <a:ext uri="{FF2B5EF4-FFF2-40B4-BE49-F238E27FC236}">
                <a16:creationId xmlns:a16="http://schemas.microsoft.com/office/drawing/2014/main" id="{5B534A4D-3FB9-2349-FCCF-FF2EFCCFDB2A}"/>
              </a:ext>
            </a:extLst>
          </p:cNvPr>
          <p:cNvCxnSpPr>
            <a:cxnSpLocks/>
          </p:cNvCxnSpPr>
          <p:nvPr/>
        </p:nvCxnSpPr>
        <p:spPr>
          <a:xfrm flipV="1">
            <a:off x="7826663" y="2559298"/>
            <a:ext cx="630107" cy="9525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3" name="직선 연결선 1172">
            <a:extLst>
              <a:ext uri="{FF2B5EF4-FFF2-40B4-BE49-F238E27FC236}">
                <a16:creationId xmlns:a16="http://schemas.microsoft.com/office/drawing/2014/main" id="{68ACFA1A-9217-713B-C403-1F2864E1A387}"/>
              </a:ext>
            </a:extLst>
          </p:cNvPr>
          <p:cNvCxnSpPr>
            <a:cxnSpLocks/>
          </p:cNvCxnSpPr>
          <p:nvPr/>
        </p:nvCxnSpPr>
        <p:spPr>
          <a:xfrm flipH="1" flipV="1">
            <a:off x="7395834" y="2122900"/>
            <a:ext cx="430829" cy="445923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7" name="직선 연결선 1176">
            <a:extLst>
              <a:ext uri="{FF2B5EF4-FFF2-40B4-BE49-F238E27FC236}">
                <a16:creationId xmlns:a16="http://schemas.microsoft.com/office/drawing/2014/main" id="{5F84202B-FA17-794F-67FF-33B4FB082712}"/>
              </a:ext>
            </a:extLst>
          </p:cNvPr>
          <p:cNvCxnSpPr>
            <a:cxnSpLocks/>
          </p:cNvCxnSpPr>
          <p:nvPr/>
        </p:nvCxnSpPr>
        <p:spPr>
          <a:xfrm flipV="1">
            <a:off x="7394927" y="1777552"/>
            <a:ext cx="0" cy="355898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1" name="직선 연결선 1180">
            <a:extLst>
              <a:ext uri="{FF2B5EF4-FFF2-40B4-BE49-F238E27FC236}">
                <a16:creationId xmlns:a16="http://schemas.microsoft.com/office/drawing/2014/main" id="{E07D6B26-5F19-49FB-B671-B0087AEE72E8}"/>
              </a:ext>
            </a:extLst>
          </p:cNvPr>
          <p:cNvCxnSpPr>
            <a:cxnSpLocks/>
          </p:cNvCxnSpPr>
          <p:nvPr/>
        </p:nvCxnSpPr>
        <p:spPr>
          <a:xfrm flipH="1">
            <a:off x="8052808" y="2322630"/>
            <a:ext cx="326026" cy="0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4" name="직선 연결선 1183">
            <a:extLst>
              <a:ext uri="{FF2B5EF4-FFF2-40B4-BE49-F238E27FC236}">
                <a16:creationId xmlns:a16="http://schemas.microsoft.com/office/drawing/2014/main" id="{B239328B-B7DA-8EB4-2345-0E5484C31798}"/>
              </a:ext>
            </a:extLst>
          </p:cNvPr>
          <p:cNvCxnSpPr>
            <a:cxnSpLocks/>
          </p:cNvCxnSpPr>
          <p:nvPr/>
        </p:nvCxnSpPr>
        <p:spPr>
          <a:xfrm flipH="1" flipV="1">
            <a:off x="7743093" y="2017818"/>
            <a:ext cx="309715" cy="304812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7" name="직선 연결선 1186">
            <a:extLst>
              <a:ext uri="{FF2B5EF4-FFF2-40B4-BE49-F238E27FC236}">
                <a16:creationId xmlns:a16="http://schemas.microsoft.com/office/drawing/2014/main" id="{B76169AA-F549-619B-ADA8-6B4731B5468A}"/>
              </a:ext>
            </a:extLst>
          </p:cNvPr>
          <p:cNvCxnSpPr>
            <a:cxnSpLocks/>
          </p:cNvCxnSpPr>
          <p:nvPr/>
        </p:nvCxnSpPr>
        <p:spPr>
          <a:xfrm flipV="1">
            <a:off x="4213412" y="5068358"/>
            <a:ext cx="76089" cy="70733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0" name="직선 연결선 1189">
            <a:extLst>
              <a:ext uri="{FF2B5EF4-FFF2-40B4-BE49-F238E27FC236}">
                <a16:creationId xmlns:a16="http://schemas.microsoft.com/office/drawing/2014/main" id="{1BEE9DF9-774B-3984-C4FB-D0FFA5E36A28}"/>
              </a:ext>
            </a:extLst>
          </p:cNvPr>
          <p:cNvCxnSpPr>
            <a:cxnSpLocks/>
          </p:cNvCxnSpPr>
          <p:nvPr/>
        </p:nvCxnSpPr>
        <p:spPr>
          <a:xfrm>
            <a:off x="4291063" y="5065779"/>
            <a:ext cx="2717171" cy="8091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4" name="직선 연결선 1193">
            <a:extLst>
              <a:ext uri="{FF2B5EF4-FFF2-40B4-BE49-F238E27FC236}">
                <a16:creationId xmlns:a16="http://schemas.microsoft.com/office/drawing/2014/main" id="{D1CF8153-BB53-92C7-A399-8E393612F3F5}"/>
              </a:ext>
            </a:extLst>
          </p:cNvPr>
          <p:cNvCxnSpPr>
            <a:cxnSpLocks/>
          </p:cNvCxnSpPr>
          <p:nvPr/>
        </p:nvCxnSpPr>
        <p:spPr>
          <a:xfrm flipV="1">
            <a:off x="7004841" y="4739894"/>
            <a:ext cx="0" cy="331755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6" name="원형: 비어 있음 1195">
            <a:extLst>
              <a:ext uri="{FF2B5EF4-FFF2-40B4-BE49-F238E27FC236}">
                <a16:creationId xmlns:a16="http://schemas.microsoft.com/office/drawing/2014/main" id="{2C4DC9B7-9F58-867B-8B43-167D4070A88B}"/>
              </a:ext>
            </a:extLst>
          </p:cNvPr>
          <p:cNvSpPr/>
          <p:nvPr/>
        </p:nvSpPr>
        <p:spPr>
          <a:xfrm>
            <a:off x="6901945" y="4551973"/>
            <a:ext cx="202885" cy="202885"/>
          </a:xfrm>
          <a:prstGeom prst="donut">
            <a:avLst>
              <a:gd name="adj" fmla="val 7112"/>
            </a:avLst>
          </a:prstGeom>
          <a:solidFill>
            <a:srgbClr val="4B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198" name="직선 연결선 1197">
            <a:extLst>
              <a:ext uri="{FF2B5EF4-FFF2-40B4-BE49-F238E27FC236}">
                <a16:creationId xmlns:a16="http://schemas.microsoft.com/office/drawing/2014/main" id="{8C56F5C3-5A06-841A-9986-601C49F1B300}"/>
              </a:ext>
            </a:extLst>
          </p:cNvPr>
          <p:cNvCxnSpPr>
            <a:cxnSpLocks/>
          </p:cNvCxnSpPr>
          <p:nvPr/>
        </p:nvCxnSpPr>
        <p:spPr>
          <a:xfrm flipV="1">
            <a:off x="4682991" y="5297025"/>
            <a:ext cx="195618" cy="186662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4" name="직선 연결선 1203">
            <a:extLst>
              <a:ext uri="{FF2B5EF4-FFF2-40B4-BE49-F238E27FC236}">
                <a16:creationId xmlns:a16="http://schemas.microsoft.com/office/drawing/2014/main" id="{AF349C0F-AD64-F913-4E27-E4CA73450E60}"/>
              </a:ext>
            </a:extLst>
          </p:cNvPr>
          <p:cNvCxnSpPr>
            <a:cxnSpLocks/>
          </p:cNvCxnSpPr>
          <p:nvPr/>
        </p:nvCxnSpPr>
        <p:spPr>
          <a:xfrm>
            <a:off x="4878609" y="5295718"/>
            <a:ext cx="2677856" cy="29471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8" name="직선 연결선 1207">
            <a:extLst>
              <a:ext uri="{FF2B5EF4-FFF2-40B4-BE49-F238E27FC236}">
                <a16:creationId xmlns:a16="http://schemas.microsoft.com/office/drawing/2014/main" id="{0723DC9C-D449-EA38-6113-95F445D6AA4A}"/>
              </a:ext>
            </a:extLst>
          </p:cNvPr>
          <p:cNvCxnSpPr>
            <a:cxnSpLocks/>
          </p:cNvCxnSpPr>
          <p:nvPr/>
        </p:nvCxnSpPr>
        <p:spPr>
          <a:xfrm flipV="1">
            <a:off x="7556465" y="4905771"/>
            <a:ext cx="0" cy="419418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1" name="원형: 비어 있음 1210">
            <a:extLst>
              <a:ext uri="{FF2B5EF4-FFF2-40B4-BE49-F238E27FC236}">
                <a16:creationId xmlns:a16="http://schemas.microsoft.com/office/drawing/2014/main" id="{F97E0EF7-32B6-C4FD-55A8-8F4D589BA3BD}"/>
              </a:ext>
            </a:extLst>
          </p:cNvPr>
          <p:cNvSpPr/>
          <p:nvPr/>
        </p:nvSpPr>
        <p:spPr>
          <a:xfrm>
            <a:off x="7457117" y="4715043"/>
            <a:ext cx="202885" cy="202885"/>
          </a:xfrm>
          <a:prstGeom prst="donut">
            <a:avLst>
              <a:gd name="adj" fmla="val 7112"/>
            </a:avLst>
          </a:prstGeom>
          <a:solidFill>
            <a:srgbClr val="4B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13" name="직선 연결선 1212">
            <a:extLst>
              <a:ext uri="{FF2B5EF4-FFF2-40B4-BE49-F238E27FC236}">
                <a16:creationId xmlns:a16="http://schemas.microsoft.com/office/drawing/2014/main" id="{2BC1FE3B-14E2-3703-D1DC-E8E540DEAA06}"/>
              </a:ext>
            </a:extLst>
          </p:cNvPr>
          <p:cNvCxnSpPr>
            <a:cxnSpLocks/>
          </p:cNvCxnSpPr>
          <p:nvPr/>
        </p:nvCxnSpPr>
        <p:spPr>
          <a:xfrm>
            <a:off x="6544608" y="5870873"/>
            <a:ext cx="749822" cy="17249"/>
          </a:xfrm>
          <a:prstGeom prst="line">
            <a:avLst/>
          </a:prstGeom>
          <a:solidFill>
            <a:srgbClr val="4B515D"/>
          </a:solidFill>
          <a:ln>
            <a:solidFill>
              <a:srgbClr val="4B51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그림 13" descr="폰트, 상징, 디자인이(가) 표시된 사진&#10;&#10;자동 생성된 설명">
            <a:extLst>
              <a:ext uri="{FF2B5EF4-FFF2-40B4-BE49-F238E27FC236}">
                <a16:creationId xmlns:a16="http://schemas.microsoft.com/office/drawing/2014/main" id="{E3CCE51E-D2DB-8728-AC1B-B5973B38E2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344" y="3840485"/>
            <a:ext cx="1687807" cy="80680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2A94A9-7E48-5A11-4323-7E3D1EB6DA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85081" y="786586"/>
            <a:ext cx="3815211" cy="459820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/>
            </a:prstTxWarp>
            <a:spAutoFit/>
          </a:bodyPr>
          <a:lstStyle/>
          <a:p>
            <a:pPr algn="ctr"/>
            <a:r>
              <a:rPr lang="en-US" altLang="ko-KR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pleSDGothicNeoH00" panose="02000503000000000000" pitchFamily="2" charset="-127"/>
                <a:ea typeface="AppleSDGothicNeoH00" panose="02000503000000000000" pitchFamily="2" charset="-127"/>
              </a:rPr>
              <a:t>MECHANICAL ENGINEERING CLUB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1C54B4B-7457-040A-3305-0181F8B622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86643" y="2142553"/>
            <a:ext cx="3815211" cy="4357639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n-US" altLang="ko-KR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pleSDGothicNeoH00" panose="02000503000000000000" pitchFamily="2" charset="-127"/>
                <a:ea typeface="AppleSDGothicNeoH00" panose="02000503000000000000" pitchFamily="2" charset="-127"/>
              </a:rPr>
              <a:t>SEOUL HIGH-SCH</a:t>
            </a:r>
            <a:r>
              <a:rPr lang="en-US" altLang="ko-K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pleSDGothicNeoH00" panose="02000503000000000000" pitchFamily="2" charset="-127"/>
                <a:ea typeface="AppleSDGothicNeoH00" panose="02000503000000000000" pitchFamily="2" charset="-127"/>
              </a:rPr>
              <a:t>OOL</a:t>
            </a:r>
            <a:endParaRPr lang="en-US" altLang="ko-KR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43A81F6-A130-BF57-6787-FE7EED0F27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19587" y="1834528"/>
            <a:ext cx="3749322" cy="3708136"/>
          </a:xfrm>
          <a:prstGeom prst="ellipse">
            <a:avLst/>
          </a:pr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 descr="원, 디자인이(가) 표시된 사진&#10;&#10;자동 생성된 설명">
            <a:extLst>
              <a:ext uri="{FF2B5EF4-FFF2-40B4-BE49-F238E27FC236}">
                <a16:creationId xmlns:a16="http://schemas.microsoft.com/office/drawing/2014/main" id="{C231EC21-AD82-7472-467E-417C673AC5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281" y="3017515"/>
            <a:ext cx="689238" cy="731265"/>
          </a:xfrm>
          <a:prstGeom prst="rect">
            <a:avLst/>
          </a:prstGeom>
        </p:spPr>
      </p:pic>
      <p:pic>
        <p:nvPicPr>
          <p:cNvPr id="2" name="그림 1" descr="원, 디자인이(가) 표시된 사진&#10;&#10;자동 생성된 설명">
            <a:extLst>
              <a:ext uri="{FF2B5EF4-FFF2-40B4-BE49-F238E27FC236}">
                <a16:creationId xmlns:a16="http://schemas.microsoft.com/office/drawing/2014/main" id="{70B3E03A-19AD-4359-4EE1-37FF088C73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735" y="2603428"/>
            <a:ext cx="1031138" cy="109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00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9FF7658-5330-E4D6-E3E3-47BCF50109CF}"/>
              </a:ext>
            </a:extLst>
          </p:cNvPr>
          <p:cNvSpPr/>
          <p:nvPr/>
        </p:nvSpPr>
        <p:spPr>
          <a:xfrm>
            <a:off x="853889" y="608666"/>
            <a:ext cx="914400" cy="914400"/>
          </a:xfrm>
          <a:prstGeom prst="rect">
            <a:avLst/>
          </a:prstGeom>
          <a:solidFill>
            <a:srgbClr val="1E1E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#1E1E1E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7D13D42-D04A-F2FE-7E56-8A1EAC1EADD0}"/>
              </a:ext>
            </a:extLst>
          </p:cNvPr>
          <p:cNvSpPr/>
          <p:nvPr/>
        </p:nvSpPr>
        <p:spPr>
          <a:xfrm>
            <a:off x="2111188" y="608666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#FFFFFF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A1D3D6-D6C5-1394-3936-FDCBEC34C8DA}"/>
              </a:ext>
            </a:extLst>
          </p:cNvPr>
          <p:cNvSpPr/>
          <p:nvPr/>
        </p:nvSpPr>
        <p:spPr>
          <a:xfrm>
            <a:off x="3368487" y="608666"/>
            <a:ext cx="914400" cy="914400"/>
          </a:xfrm>
          <a:prstGeom prst="rect">
            <a:avLst/>
          </a:prstGeom>
          <a:solidFill>
            <a:srgbClr val="A8A8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#A8A8AA</a:t>
            </a:r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683BDEC-33BB-F8FC-C061-36204E1FF033}"/>
              </a:ext>
            </a:extLst>
          </p:cNvPr>
          <p:cNvSpPr/>
          <p:nvPr/>
        </p:nvSpPr>
        <p:spPr>
          <a:xfrm>
            <a:off x="4625786" y="608666"/>
            <a:ext cx="914400" cy="914400"/>
          </a:xfrm>
          <a:prstGeom prst="rect">
            <a:avLst/>
          </a:prstGeom>
          <a:solidFill>
            <a:srgbClr val="4B51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#4B515D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D1BD6B-4D24-79B1-2409-84EB8A972972}"/>
              </a:ext>
            </a:extLst>
          </p:cNvPr>
          <p:cNvSpPr txBox="1"/>
          <p:nvPr/>
        </p:nvSpPr>
        <p:spPr>
          <a:xfrm>
            <a:off x="853889" y="1902759"/>
            <a:ext cx="421333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패치킹</a:t>
            </a:r>
            <a:endParaRPr lang="en-US" altLang="ko-KR" dirty="0"/>
          </a:p>
          <a:p>
            <a:r>
              <a:rPr lang="ko-KR" altLang="en-US" dirty="0"/>
              <a:t>홈페이지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https://www.patchking.co.kr/</a:t>
            </a:r>
            <a:endParaRPr lang="en-US" altLang="ko-KR" dirty="0"/>
          </a:p>
          <a:p>
            <a:r>
              <a:rPr lang="ko-KR" altLang="en-US" dirty="0"/>
              <a:t>카카오톡 채널 추가 후 양식 작성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제작방식</a:t>
            </a:r>
            <a:r>
              <a:rPr lang="en-US" altLang="ko-KR" dirty="0"/>
              <a:t>: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제작수량</a:t>
            </a:r>
            <a:r>
              <a:rPr lang="en-US" altLang="ko-KR" dirty="0"/>
              <a:t>: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제작사이즈</a:t>
            </a:r>
            <a:r>
              <a:rPr lang="en-US" altLang="ko-KR" dirty="0"/>
              <a:t>: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이미지</a:t>
            </a:r>
            <a:r>
              <a:rPr lang="en-US" altLang="ko-KR" dirty="0"/>
              <a:t>or</a:t>
            </a:r>
            <a:r>
              <a:rPr lang="ko-KR" altLang="en-US" dirty="0"/>
              <a:t>도안</a:t>
            </a:r>
            <a:r>
              <a:rPr lang="en-US" altLang="ko-KR" dirty="0"/>
              <a:t>:</a:t>
            </a:r>
          </a:p>
          <a:p>
            <a:pPr marL="342900" indent="-342900">
              <a:buAutoNum type="arabicPeriod"/>
            </a:pPr>
            <a:r>
              <a:rPr lang="ko-KR" altLang="en-US" dirty="0"/>
              <a:t>휴대폰</a:t>
            </a:r>
            <a:r>
              <a:rPr lang="en-US" altLang="ko-KR" dirty="0"/>
              <a:t>(</a:t>
            </a:r>
            <a:r>
              <a:rPr lang="ko-KR" altLang="en-US" dirty="0"/>
              <a:t>필수기재</a:t>
            </a:r>
            <a:r>
              <a:rPr lang="en-US" altLang="ko-KR" dirty="0"/>
              <a:t>):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이메일</a:t>
            </a:r>
            <a:r>
              <a:rPr lang="en-US" altLang="ko-KR" dirty="0"/>
              <a:t>(</a:t>
            </a:r>
            <a:r>
              <a:rPr lang="ko-KR" altLang="en-US" dirty="0"/>
              <a:t>필수기재</a:t>
            </a:r>
            <a:r>
              <a:rPr lang="en-US" altLang="ko-KR" dirty="0"/>
              <a:t>):</a:t>
            </a:r>
          </a:p>
          <a:p>
            <a:pPr marL="342900" indent="-342900">
              <a:buAutoNum type="arabicPeriod"/>
            </a:pPr>
            <a:r>
              <a:rPr lang="ko-KR" altLang="en-US" dirty="0" err="1"/>
              <a:t>받는지역</a:t>
            </a:r>
            <a:r>
              <a:rPr lang="en-US" altLang="ko-KR" dirty="0"/>
              <a:t>(</a:t>
            </a:r>
            <a:r>
              <a:rPr lang="ko-KR" altLang="en-US" dirty="0"/>
              <a:t>필수기재</a:t>
            </a:r>
            <a:r>
              <a:rPr lang="en-US" altLang="ko-KR" dirty="0"/>
              <a:t>):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ko-KR" altLang="en-US"/>
              <a:t>패치 테두리는 </a:t>
            </a:r>
            <a:r>
              <a:rPr lang="ko-KR" altLang="en-US" b="1" u="sng" dirty="0"/>
              <a:t>흰색</a:t>
            </a:r>
            <a:r>
              <a:rPr lang="ko-KR" altLang="en-US" dirty="0"/>
              <a:t>으로 부탁</a:t>
            </a:r>
            <a:endParaRPr lang="en-US" altLang="ko-KR" dirty="0"/>
          </a:p>
          <a:p>
            <a:r>
              <a:rPr lang="ko-KR" altLang="en-US" dirty="0" err="1"/>
              <a:t>디지인</a:t>
            </a:r>
            <a:r>
              <a:rPr lang="ko-KR" altLang="en-US" dirty="0"/>
              <a:t> 시안 확인</a:t>
            </a:r>
            <a:r>
              <a:rPr lang="en-US" altLang="ko-KR" b="1" i="1" dirty="0"/>
              <a:t>(</a:t>
            </a:r>
            <a:r>
              <a:rPr lang="ko-KR" altLang="en-US" b="1" i="1" dirty="0"/>
              <a:t>오타 꼭 확인</a:t>
            </a:r>
            <a:r>
              <a:rPr lang="en-US" altLang="ko-KR" b="1" i="1" dirty="0"/>
              <a:t>!!!)</a:t>
            </a:r>
          </a:p>
          <a:p>
            <a:r>
              <a:rPr lang="ko-KR" altLang="en-US" dirty="0"/>
              <a:t>제작방식 </a:t>
            </a:r>
            <a:r>
              <a:rPr lang="ko-KR" altLang="en-US" b="1" u="sng" dirty="0" err="1"/>
              <a:t>자수패치</a:t>
            </a:r>
            <a:r>
              <a:rPr lang="en-US" altLang="ko-KR" b="1" u="sng" dirty="0"/>
              <a:t>+</a:t>
            </a:r>
            <a:r>
              <a:rPr lang="ko-KR" altLang="en-US" b="1" u="sng" dirty="0" err="1"/>
              <a:t>까슬이</a:t>
            </a:r>
            <a:r>
              <a:rPr lang="ko-KR" altLang="en-US" b="1" u="sng" dirty="0"/>
              <a:t> </a:t>
            </a:r>
            <a:r>
              <a:rPr lang="ko-KR" altLang="en-US" dirty="0"/>
              <a:t>추천</a:t>
            </a:r>
            <a:endParaRPr lang="en-US" altLang="ko-KR" dirty="0"/>
          </a:p>
          <a:p>
            <a:r>
              <a:rPr lang="ko-KR" altLang="en-US" dirty="0"/>
              <a:t>가격</a:t>
            </a:r>
            <a:r>
              <a:rPr lang="en-US" altLang="ko-KR" dirty="0"/>
              <a:t>: </a:t>
            </a:r>
            <a:r>
              <a:rPr lang="ko-KR" altLang="en-US" dirty="0"/>
              <a:t>장당 </a:t>
            </a:r>
            <a:r>
              <a:rPr lang="en-US" altLang="ko-KR" dirty="0"/>
              <a:t>4500</a:t>
            </a:r>
            <a:r>
              <a:rPr lang="ko-KR" altLang="en-US" dirty="0"/>
              <a:t>원 정도</a:t>
            </a: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263B8B-F404-A8A2-417C-5C2FFB7AC1F2}"/>
              </a:ext>
            </a:extLst>
          </p:cNvPr>
          <p:cNvSpPr txBox="1"/>
          <p:nvPr/>
        </p:nvSpPr>
        <p:spPr>
          <a:xfrm>
            <a:off x="5950320" y="5139454"/>
            <a:ext cx="40542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이미지</a:t>
            </a:r>
            <a:r>
              <a:rPr lang="en-US" altLang="ko-KR" dirty="0"/>
              <a:t>: 1</a:t>
            </a:r>
            <a:r>
              <a:rPr lang="ko-KR" altLang="en-US" dirty="0"/>
              <a:t>슬라이드 이미지 전체 드래그해서 </a:t>
            </a:r>
            <a:r>
              <a:rPr lang="ko-KR" altLang="en-US" dirty="0" err="1"/>
              <a:t>우클릭</a:t>
            </a:r>
            <a:r>
              <a:rPr lang="ko-KR" altLang="en-US" dirty="0"/>
              <a:t> 후 그룹화하고 그림으로 저장 </a:t>
            </a:r>
            <a:r>
              <a:rPr lang="en-US" altLang="ko-KR" dirty="0"/>
              <a:t>or </a:t>
            </a:r>
            <a:r>
              <a:rPr lang="ko-KR" altLang="en-US" dirty="0"/>
              <a:t>도안</a:t>
            </a:r>
            <a:r>
              <a:rPr lang="en-US" altLang="ko-KR" dirty="0"/>
              <a:t>ai</a:t>
            </a:r>
            <a:r>
              <a:rPr lang="ko-KR" altLang="en-US" dirty="0"/>
              <a:t>파일</a:t>
            </a:r>
          </a:p>
        </p:txBody>
      </p:sp>
    </p:spTree>
    <p:extLst>
      <p:ext uri="{BB962C8B-B14F-4D97-AF65-F5344CB8AC3E}">
        <p14:creationId xmlns:p14="http://schemas.microsoft.com/office/powerpoint/2010/main" val="3352109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93</Words>
  <Application>Microsoft Office PowerPoint</Application>
  <PresentationFormat>와이드스크린</PresentationFormat>
  <Paragraphs>23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AppleSDGothicNeoH00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Donggeon Kim</dc:creator>
  <cp:lastModifiedBy>은희 김</cp:lastModifiedBy>
  <cp:revision>8</cp:revision>
  <dcterms:created xsi:type="dcterms:W3CDTF">2024-05-05T12:36:50Z</dcterms:created>
  <dcterms:modified xsi:type="dcterms:W3CDTF">2025-03-27T15:04:47Z</dcterms:modified>
</cp:coreProperties>
</file>